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Radar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 stock tip. Know in seconds if it is a scam.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0233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Sangyan Hackathon | Investor Resilience | IIT (BHU) x SEBI x NSDL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32104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first-time investors, many from Tier-2/3 cities, now trade online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and WhatsApp groups push "guaranteed" stock tips from fake advisors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Victims lose savings before they can verify who is behind the tip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SEBI registration is a step most people never know to take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Gets Hurt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32104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468880" cy="256032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25400">
            <a:solidFill>
              <a:srgbClr val="E6394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813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First-time investors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65960"/>
            <a:ext cx="21945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experience to spot unrealistic promises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37560" y="1371600"/>
            <a:ext cx="2468880" cy="256032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25400">
            <a:solidFill>
              <a:srgbClr val="1D9A8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0" y="14813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Tier-2/3 users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1965960"/>
            <a:ext cx="21945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access to trusted financial guidance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26480" y="1371600"/>
            <a:ext cx="2468880" cy="256032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25400">
            <a:solidFill>
              <a:srgbClr val="0B1F3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63640" y="14813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Non-English readers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1965960"/>
            <a:ext cx="21945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print and warnings are hard to follow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tools exist after the loss. Few help at the moment of the tip.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32104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Radar: a paste-and-check scanner for tip messages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risk score from 0 to 100 with each red flag highlighted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explanation of why the message is risky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next step: verify on SEBI, report on SCORES, or call 1930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32104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393192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CBD3E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280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Pasted message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64592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"Guaranteed 40% profit in 7 days! Only 10 seats left. Join now, send fee to our manager. No SEBI needed."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3840480"/>
            <a:ext cx="1463040" cy="457200"/>
          </a:xfrm>
          <a:prstGeom prst="roundRect">
            <a:avLst>
              <a:gd name="adj" fmla="val 20000"/>
            </a:avLst>
          </a:prstGeom>
          <a:solidFill>
            <a:srgbClr val="1D9A8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38404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38404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25400">
            <a:solidFill>
              <a:srgbClr val="E6394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37760" y="12801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92 / 100  HIGH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1828800"/>
            <a:ext cx="34747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 returns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pressure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Unrealistic gain (40% / 7 days)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request to a person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SEBI registration first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 Rule Engine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32104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checks for guaranteed or risk-free return claims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words: "limited seats", "last chance", "today only"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Unrealistic gains versus time (for example 40% in a week)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to pay an individual, or to join a private group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match adds weighted points to the risk score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 LLM Explainer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32104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flagged signals and message go to the LLM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writes a short, simple reason for each red flag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decide the score, so results are consistent and explainable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is used to teach the user, not to guess the verdict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Flow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32104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1508760" cy="1005840"/>
          </a:xfrm>
          <a:prstGeom prst="roundRect">
            <a:avLst>
              <a:gd name="adj" fmla="val 9091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920240"/>
            <a:ext cx="1508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tip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965960" y="210312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148840" y="1920240"/>
            <a:ext cx="1508760" cy="1005840"/>
          </a:xfrm>
          <a:prstGeom prst="roundRect">
            <a:avLst>
              <a:gd name="adj" fmla="val 9091"/>
            </a:avLst>
          </a:prstGeom>
          <a:solidFill>
            <a:srgbClr val="1D9A8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148840" y="1920240"/>
            <a:ext cx="1508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210312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840480" y="1920240"/>
            <a:ext cx="1508760" cy="1005840"/>
          </a:xfrm>
          <a:prstGeom prst="roundRect">
            <a:avLst>
              <a:gd name="adj" fmla="val 9091"/>
            </a:avLst>
          </a:prstGeom>
          <a:solidFill>
            <a:srgbClr val="0B1F3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840480" y="1920240"/>
            <a:ext cx="1508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349240" y="210312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532120" y="1920240"/>
            <a:ext cx="1508760" cy="1005840"/>
          </a:xfrm>
          <a:prstGeom prst="roundRect">
            <a:avLst>
              <a:gd name="adj" fmla="val 9091"/>
            </a:avLst>
          </a:prstGeom>
          <a:solidFill>
            <a:srgbClr val="1D9A8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532120" y="1920240"/>
            <a:ext cx="1508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explanation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040880" y="210312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223760" y="1920240"/>
            <a:ext cx="1508760" cy="1005840"/>
          </a:xfrm>
          <a:prstGeom prst="roundRect">
            <a:avLst>
              <a:gd name="adj" fmla="val 9091"/>
            </a:avLst>
          </a:prstGeom>
          <a:solidFill>
            <a:srgbClr val="0B1F3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223760" y="1920240"/>
            <a:ext cx="1508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steps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474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as a lightweight web app: fast to use on any phone browser.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32104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468880" cy="256032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25400">
            <a:solidFill>
              <a:srgbClr val="E6394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813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loss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65960"/>
            <a:ext cx="21945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victims at the moment they receive the tip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37560" y="1371600"/>
            <a:ext cx="2468880" cy="256032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25400">
            <a:solidFill>
              <a:srgbClr val="1D9A8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0" y="14813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habits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1965960"/>
            <a:ext cx="21945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Teaches users the standard signs of fraud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26480" y="1371600"/>
            <a:ext cx="2468880" cy="256032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25400">
            <a:solidFill>
              <a:srgbClr val="0B1F3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63640" y="14813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adopt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1965960"/>
            <a:ext cx="21945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signup, no jargon, works on any phone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32104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and regional language support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and Telegram bot for in-chat checks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SEBI registered-advisor lookup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Shareable warning cards to alert family groups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Fraud Radar</dc:title>
  <dc:subject>PptxGenJS Presentation</dc:subject>
  <dc:creator>PptxGenJS</dc:creator>
  <cp:lastModifiedBy>PptxGenJS</cp:lastModifiedBy>
  <cp:revision>1</cp:revision>
  <dcterms:created xsi:type="dcterms:W3CDTF">2026-10-04T17:26:24Z</dcterms:created>
  <dcterms:modified xsi:type="dcterms:W3CDTF">2026-10-04T17:26:24Z</dcterms:modified>
</cp:coreProperties>
</file>